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3C4B-043F-4323-978E-267A0FFBF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10EAC-54E9-454E-B8F5-8FA21F6F5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C509-A9B9-40EA-9775-37842D961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E54F2-C87D-4A8F-A675-7670A2B3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C28FB-0CF3-4954-9F73-EF66423B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D367-4927-4885-A615-9BCB362F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0CB3-EB3D-47E5-8018-8AFAC7966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04AEA-47F0-4A14-8750-B726661F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732D-FA8A-4E4B-8EF8-35D3FFDD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D3238-B449-4342-81DE-CE484867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E652-1B18-49BC-8973-01650583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2ED1-DC5B-4D98-AF46-D427C38AB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B2561-1892-423C-9E43-440CD0E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DDD1B-7233-4066-A043-A75B34F6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0FED-88FC-4639-B393-A8AB6A81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EAC6-38D7-45AE-AEF2-FC0515B6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7877-8CA3-4B9C-BACA-ACD99AF0B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C8210-7267-4542-AC3A-97CABB3F2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AE69C-8A1F-4225-89AF-37A24431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EF945-7FB6-48C8-9194-1F9A9DF3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55E10-A78B-42DE-A371-B18598C7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7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95D4-E904-4210-9337-9F83919C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F0857-219F-4336-978E-4BF234E3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81B58-F9C7-434A-91CE-AFB4F14CF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0E3E2-B6A4-456C-863F-03E287B66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0334D-5311-49AC-8AC0-86F59CD4E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AFCBE-E234-44FF-ACDA-14507597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3B519-1305-4295-800A-C2EFDEB6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FE9EF0-8C32-4658-AF75-B9EAB252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3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D83E-D38B-46F5-9FA3-AD77F95B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CE0F2-571E-44D6-8CC8-F82ED9F4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EE8E4-A53B-4EB1-B6FB-1B2233E7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9BD85-9553-4C97-BBFB-9BB9FC68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3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E2FE3-DFAD-415A-A523-96CEF125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F0E29-0384-405E-B3D2-4786C890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30C34-8156-4C40-8344-193EA2BC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8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93861-E302-4560-B75C-21A11553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D9A4-DBDE-4353-B6E3-D44C9DFA5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A5C0F-2BAA-4E68-A56F-73FC403C3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1114E-27C0-45F7-9A68-1DF8EBA6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95E67-CDF0-415A-A460-36FA6902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E5F4A-9D95-4C8B-B28C-139DFBE0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8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04E6-C505-4E68-A528-58DAE297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03105-9FE1-4349-B714-95A98CCBD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23534-8FD9-4464-9548-221111253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89D2C-7AB0-40B4-B5B2-8958AC2A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196AB-B8A3-4965-BB95-6262D38C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7A79C-128B-474A-9F96-B771C2E8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7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C499-BD5F-45BE-B39B-96411BC3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E85DC-398A-4853-BA3A-27E5F9C4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10B0-AEBB-4E6A-90CD-76EDC45A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B85F-7C20-4119-B699-FA4867A3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BB801-AF18-4DF9-B248-773EB15D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BE51F-48D2-4E87-A673-84761BF84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D068A-4259-4E7A-8B1E-1068D93D1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B587E-89DB-4024-978A-DAC66D29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562CD-75D8-4BA4-B871-2C789FE5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0C6C-9711-4DB6-A154-E0145C86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6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A96EC-1F6B-4396-9D13-DF8BF35C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7B5EB-03F9-4DF6-A7A9-D88C49774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D947B-7A57-4EA8-A74B-4F93A273F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97783-78C0-4310-A1A9-98D8DF5309F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D9F20-8AB6-4EDA-A2AF-5268695E6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32ED8-60A0-44FA-B8B9-63B511002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FF448-5AC3-4DDC-9053-09EFA4B3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9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D751-C2DD-4B7B-AC6D-885C242EB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9E29B-2ECA-4A84-9B93-948C3646C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 Siam</dc:creator>
  <cp:lastModifiedBy>Hr Siam</cp:lastModifiedBy>
  <cp:revision>1</cp:revision>
  <dcterms:created xsi:type="dcterms:W3CDTF">2025-11-05T05:05:56Z</dcterms:created>
  <dcterms:modified xsi:type="dcterms:W3CDTF">2025-11-05T05:06:35Z</dcterms:modified>
</cp:coreProperties>
</file>